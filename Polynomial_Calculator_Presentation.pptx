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Polynomial Calculator &amp; Calculus Toolkit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A High-Performance Layered C++17 REST API Backend &amp; Interactive Control Dashboard</a:t>
            </a:r>
          </a:p>
          <a:p>
            <a:br/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Developer: Siddhu (Siddhu143-cymk)</a:t>
            </a:r>
            <a:br/>
            <a:r>
              <a:t>Stack: C++17 | cpp-httplib | nlohmann/json | MinGW GCC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Project Overview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🎯 Primary Objective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Build a robust backend REST API in C++ that parses, manipulates, performs arithmetic, and solves symbolic calculus operations on single-variable polynomials.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💡 Core Problem Solved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Eliminates floating-point accumulation errors by storing exact symbolic terms (exponent -&gt; coefficient map) for arithmetic, differentiation, and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⚡ Non-Functional Guarantee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Stateless per-request REST architecture backed by a thread-safe (std::mutex) chronological operation history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Layered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1. Client Layer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Interactive Web UI (index.html), Python REST Client (test_client.py), and curl CLI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2. API Layer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ApiController.cpp using cpp-httplib running on http://localhost:8080 with 10 JSON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3. Parser Layer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PolynomialParser.cpp &amp; Tokenizer.cpp converting expression strings to Polynomial domain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4. Service &amp; Model Layer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ArithmeticService.cpp, CalculusEngine.cpp, Polynomial.cpp, and thread-safe HistoryLog.cpp.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Data Structures Implementation (DSA)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SparsePolyMap (std::map&lt;int, double, std::greater&lt;int&gt;&gt;)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Sparse storage mapping Exponent -&gt; Coefficient sorted descending. Handles sparse polynomials (e.g. x^100 + 1) in O(K)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CoeffVector (std::vector&lt;double&gt;)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Dense array storing coefficients indexed by exponent. Used specifically for O(N) Horner's Method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ParserStack (std::vector&lt;T&gt; wrapper)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 Stack wrapper supporting push(), pop(), top() used during tokenizer precedence parsing.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HistoryQueue (std::queue&lt;HistoryEntry&gt;)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 Queue wrapper for FIFO chronological operation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Object-Oriented Design (OOP Principles)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Encapsulation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The Polynomial internal term map (SparsePolyMap) is strictly private. External callers manipulate polynomials exclusively through public methods (addTerm, evaluate, toString).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Single Responsibility Principle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Decoupled responsibilities: Term models individual terms, Polynomial models expressions, PolynomialParser parses text, ArithmeticService handles arithmetic, CalculusEngine computes calculus.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Thread Safety Guarding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HistoryLog wraps HistoryQueue with std::mutex and std::lock_guard to prevent race conditions during concurrent REST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Core Algorithms: Parsing &amp;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Expression Parsing Algorithm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Tokenizer (Lexical Analyzer):</a:t>
            </a:r>
            <a:br/>
            <a:r>
              <a:t>   Converts string '3x^4 - 2x^2 + 7x - 1' into tokens (NUMBER, VARIABLE, PLUS, MINUS, POWER).</a:t>
            </a:r>
            <a:br/>
            <a:br/>
            <a:r>
              <a:t>2. Recursive Descent Parser:</a:t>
            </a:r>
            <a:br/>
            <a:r>
              <a:t>   Applies operator precedence via ParserStack. Handles parentheses (x+2)(x-3), implicit multiplication (3x), unary minus, and exponentiation.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Fast O(N) Evaluation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Horner's Method for O(N) Evaluation:</a:t>
            </a:r>
            <a:br/>
            <a:br/>
            <a:r>
              <a:t>   Rewrites P(x) = a0 + x(a1 + x(a2 + ... + x(an)))</a:t>
            </a:r>
            <a:br/>
            <a:br/>
            <a:r>
              <a:t>   Evaluates polynomial in linear O(N) time with 0 redundant calls to pow().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Core Algorithms: Arithmetic &amp; Long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Addition &amp; Subtraction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Iterates terms and sums/subtracts matching exponents: c1 + c2 at exponent 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Multiplication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Double nested loop multiplying coefficients (c1 * c2) and adding exponents (e1 + e2).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Polynomial Long Division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Iteratively divides leading term of dividend by leading term of divisor, returning exact Quotient and Remainder polynomials. Protects against zero divisor.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Calculus Engine &amp; Root 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Symbolic Differentiation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Applies exact Power Rule: d/dx (c * x^n) = (c * n) * x^(n-1). Constant terms (n=0) vanish.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Symbolic &amp; Definite Integration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Applies Power Rule: integral (c * x^n) dx = (c / (n+1)) * x^(n+1) + C. Definite integral calculates F(b) - F(a).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Newton-Raphson Root Finding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Iteratively updates x_(n+1) = x_n - f(x_n)/f'(x_n). Automatically falls back to Bisection Search when derivative f'(x_n) ≈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REST API Endpoints &amp; Interactive Web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API Schema &amp; Integration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REST API Server (http://localhost:8080):</a:t>
            </a:r>
            <a:br/>
            <a:br/>
            <a:r>
              <a:t>• GET /                   - Serves interactive Web UI</a:t>
            </a:r>
            <a:br/>
            <a:r>
              <a:t>• POST /polynomial/parse  - Parses polynomial to JSON</a:t>
            </a:r>
            <a:br/>
            <a:r>
              <a:t>• POST /polynomial/add    - Polynomial addition</a:t>
            </a:r>
            <a:br/>
            <a:r>
              <a:t>• POST /polynomial/divide - Long division (Quotient + Remainder)</a:t>
            </a:r>
            <a:br/>
            <a:r>
              <a:t>• POST /calculus/derivative- Symbolic differentiation</a:t>
            </a:r>
            <a:br/>
            <a:r>
              <a:t>• POST /calculus/integral - Indefinite &amp; Definite integration</a:t>
            </a:r>
            <a:br/>
            <a:r>
              <a:t>• POST /calculus/roots    - Root finding algorithm</a:t>
            </a:r>
            <a:br/>
            <a:r>
              <a:t>• GET /history            - Thread-safe history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POLYNOMIAL CALCULATOR + CALCULUS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Verification, Testing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✅ Build System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Compiled with MinGW GCC 16.1 C++17 compiler via CMake &amp; build.bat 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✅ Unit &amp; Integration Testing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Passed 100% unit tests (test_models, test_parser, test_arithmetic, test_calculus, test_history) &amp; REST API suite (test_client.py).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✅ Open-Source Repository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Published on GitHub: Siddhu143-cymk/polynomial-calculator-and-calculus-toolkit.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